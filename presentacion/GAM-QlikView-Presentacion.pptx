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Proyecto GAM - Implementación QlikView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D1A4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QlikView BI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6858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GAM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35440" y="1463040"/>
            <a:ext cx="1188720" cy="118872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3544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3017520"/>
            <a:ext cx="1188720" cy="118872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767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5440" y="4572000"/>
            <a:ext cx="1188720" cy="118872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46634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5321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0" y="640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73552" y="777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273552" y="1417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Estratégicos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73552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del proyecto GAM-QlikView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640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62672" y="777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662672" y="1417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62672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datos, ETL y plataforma BI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26060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273552" y="2743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8 Fases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y entregables por fase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26060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662672" y="2743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7662672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Gantt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 16 semanas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45720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273552" y="47091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3273552" y="5349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Riesgos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5760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requeridos y gestión de riesgos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45720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662672" y="47091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7662672" y="5349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5760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inmediatas y acuerdos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Estratégicos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214884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14884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737360"/>
            <a:ext cx="1097280" cy="109728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71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3749040"/>
            <a:ext cx="109728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88620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fuentes heterogéneas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(SQL, APIs, archivos) en 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único y confiable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97480" y="1463040"/>
            <a:ext cx="214884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463040"/>
            <a:ext cx="2148840" cy="1097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27832" y="1737360"/>
            <a:ext cx="1097280" cy="1097280"/>
          </a:xfrm>
          <a:prstGeom prst="rect">
            <a:avLst/>
          </a:prstGeom>
          <a:solidFill>
            <a:srgbClr val="00695C">
              <a:alpha val="2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27832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2971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27832" y="3749040"/>
            <a:ext cx="109728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88920" y="388620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por área: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Finanzas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Operaciones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214884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463040"/>
            <a:ext cx="2148840" cy="1097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Shape 19"/>
          <p:cNvSpPr/>
          <p:nvPr/>
        </p:nvSpPr>
        <p:spPr>
          <a:xfrm>
            <a:off x="5559552" y="1737360"/>
            <a:ext cx="1097280" cy="1097280"/>
          </a:xfrm>
          <a:prstGeom prst="rect">
            <a:avLst/>
          </a:prstGeom>
          <a:solidFill>
            <a:srgbClr val="2E7D32">
              <a:alpha val="2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59552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971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59552" y="3749040"/>
            <a:ext cx="109728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0" y="388620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permisos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rol con seguridad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de fila (RLS)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1463040"/>
            <a:ext cx="214884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60920" y="1463040"/>
            <a:ext cx="2148840" cy="1097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8" name="Shape 26"/>
          <p:cNvSpPr/>
          <p:nvPr/>
        </p:nvSpPr>
        <p:spPr>
          <a:xfrm>
            <a:off x="7891272" y="1737360"/>
            <a:ext cx="1097280" cy="1097280"/>
          </a:xfrm>
          <a:prstGeom prst="rect">
            <a:avLst/>
          </a:prstGeom>
          <a:solidFill>
            <a:srgbClr val="6A1B9A">
              <a:alpha val="2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91272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2971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891272" y="3749040"/>
            <a:ext cx="1097280" cy="365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388620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QVD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crecimiento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volumen y usuarios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92640" y="1463040"/>
            <a:ext cx="214884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92640" y="1463040"/>
            <a:ext cx="2148840" cy="1097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22992" y="1737360"/>
            <a:ext cx="1097280" cy="1097280"/>
          </a:xfrm>
          <a:prstGeom prst="rect">
            <a:avLst/>
          </a:prstGeom>
          <a:solidFill>
            <a:srgbClr val="B71C1C">
              <a:alpha val="20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222992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37" name="Text 35"/>
          <p:cNvSpPr txBox="1"/>
          <p:nvPr/>
        </p:nvSpPr>
        <p:spPr>
          <a:xfrm>
            <a:off x="9784080" y="2971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Cargas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222992" y="3749040"/>
            <a:ext cx="1097280" cy="36576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784080" y="388620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y recarga programada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intervención manual,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alertas de fallo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8 Fases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96112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total: 16 semanas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7432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14356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481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Diseño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423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Requerimientos, modelo conceptual, wireframes,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2743200" cy="3474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73552" y="14356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481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2–4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423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 Server, QMC, autenticación, 3 entornos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417320"/>
            <a:ext cx="27432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9632" y="14356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1481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4–8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Modelo de Datos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423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carga, QVDs, carga incremental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141732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2560" y="1417320"/>
            <a:ext cx="274320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25712" y="14356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0" y="1481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7–12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2423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Ventas, Finanzas, Operaciones con KPIs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2336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023360"/>
            <a:ext cx="2743200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47472" y="40416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645920" y="40873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10–12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4434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50292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Access, RLS, 5 roles definidos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402336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4023360"/>
            <a:ext cx="274320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273552" y="40416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40873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291840" y="4434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291840" y="50292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Recargas programadas, alertas, cascada QVD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402336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4023360"/>
            <a:ext cx="2743200" cy="34747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199632" y="40416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498080" y="40873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12–14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217920" y="4434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QA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217920" y="50292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datos, rendimiento, UAT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52560" y="402336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52560" y="4023360"/>
            <a:ext cx="2743200" cy="347472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25712" y="40416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10424160" y="40873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14–16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144000" y="4434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Go-Live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144000" y="50292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por rol, manuales, despliegue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— Carta Gantt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semanas · 8 fases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1371600"/>
            <a:ext cx="2468880" cy="347472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" y="1389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94183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19468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9468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8333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83330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7197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7197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6062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60620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4926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4926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3791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37910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655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655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0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0384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0384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9249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92490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8113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8113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6978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69780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25842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25842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847070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847070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435715" y="1389888"/>
            <a:ext cx="588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435715" y="1783080"/>
            <a:ext cx="13716" cy="45354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0" name="Shape 38"/>
          <p:cNvSpPr/>
          <p:nvPr/>
        </p:nvSpPr>
        <p:spPr>
          <a:xfrm>
            <a:off x="2606040" y="1719072"/>
            <a:ext cx="2354580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4960620" y="1719072"/>
            <a:ext cx="2354580" cy="8229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Shape 40"/>
          <p:cNvSpPr/>
          <p:nvPr/>
        </p:nvSpPr>
        <p:spPr>
          <a:xfrm>
            <a:off x="7315200" y="1719072"/>
            <a:ext cx="2354580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9669780" y="1719072"/>
            <a:ext cx="2354580" cy="8229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160" y="1783080"/>
            <a:ext cx="1188720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37160" y="1783080"/>
            <a:ext cx="384048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37160" y="178308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1856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Diseño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606040" y="1901952"/>
            <a:ext cx="1765935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642616" y="1901952"/>
            <a:ext cx="16927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7160" y="2350008"/>
            <a:ext cx="11887200" cy="566928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2350008"/>
            <a:ext cx="384048" cy="5669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37160" y="235000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2423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194685" y="2468880"/>
            <a:ext cx="1765935" cy="32918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3231261" y="2468880"/>
            <a:ext cx="16927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S2–S4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37160" y="2916936"/>
            <a:ext cx="1188720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7" name="Shape 55"/>
          <p:cNvSpPr/>
          <p:nvPr/>
        </p:nvSpPr>
        <p:spPr>
          <a:xfrm>
            <a:off x="137160" y="2916936"/>
            <a:ext cx="384048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37160" y="291693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66928" y="29900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Modelo de Datos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371975" y="3035808"/>
            <a:ext cx="2943225" cy="3291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408551" y="3035808"/>
            <a:ext cx="28700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S4–S8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37160" y="3483864"/>
            <a:ext cx="11887200" cy="566928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63" name="Shape 61"/>
          <p:cNvSpPr/>
          <p:nvPr/>
        </p:nvSpPr>
        <p:spPr>
          <a:xfrm>
            <a:off x="137160" y="3483864"/>
            <a:ext cx="384048" cy="5669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37160" y="348386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3557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137910" y="3602736"/>
            <a:ext cx="3531870" cy="32918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174486" y="3602736"/>
            <a:ext cx="3458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S7–S12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37160" y="4050792"/>
            <a:ext cx="1188720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9" name="Shape 67"/>
          <p:cNvSpPr/>
          <p:nvPr/>
        </p:nvSpPr>
        <p:spPr>
          <a:xfrm>
            <a:off x="137160" y="4050792"/>
            <a:ext cx="384048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37160" y="405079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66928" y="412394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903845" y="4169664"/>
            <a:ext cx="1765935" cy="329184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940421" y="4169664"/>
            <a:ext cx="16927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S10–S12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37160" y="4617720"/>
            <a:ext cx="11887200" cy="566928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75" name="Shape 73"/>
          <p:cNvSpPr/>
          <p:nvPr/>
        </p:nvSpPr>
        <p:spPr>
          <a:xfrm>
            <a:off x="137160" y="4617720"/>
            <a:ext cx="384048" cy="56692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37160" y="4617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566928" y="46908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492490" y="4736592"/>
            <a:ext cx="588645" cy="32918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8529066" y="4736592"/>
            <a:ext cx="515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37160" y="5184648"/>
            <a:ext cx="1188720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1" name="Shape 79"/>
          <p:cNvSpPr/>
          <p:nvPr/>
        </p:nvSpPr>
        <p:spPr>
          <a:xfrm>
            <a:off x="137160" y="5184648"/>
            <a:ext cx="384048" cy="56692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37160" y="518464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566928" y="5257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QA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081135" y="5303520"/>
            <a:ext cx="1765935" cy="329184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9117711" y="5303520"/>
            <a:ext cx="16927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S12–S14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37160" y="5751576"/>
            <a:ext cx="11887200" cy="566928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87" name="Shape 85"/>
          <p:cNvSpPr/>
          <p:nvPr/>
        </p:nvSpPr>
        <p:spPr>
          <a:xfrm>
            <a:off x="137160" y="5751576"/>
            <a:ext cx="384048" cy="566928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37160" y="575157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566928" y="58247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Go-Live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0258425" y="5870448"/>
            <a:ext cx="1765935" cy="329184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295001" y="5870448"/>
            <a:ext cx="16927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S14–S16</a:t>
            </a:r>
            <a:endParaRPr lang="en-US" sz="900" dirty="0"/>
          </a:p>
        </p:txBody>
      </p:sp>
      <p:sp>
        <p:nvSpPr>
          <p:cNvPr id="92" name="Text 90"/>
          <p:cNvSpPr txBox="1"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Semana  |  Las fases pueden solaparse según disponibilidad de recursos y avance del proyecto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Riesgos del Proyecto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539496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5394960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1389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Proyecto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5394960" cy="74980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29968"/>
            <a:ext cx="65836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202996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9385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 QlikView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modelo y arquitectura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65836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277977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6883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QlikView (x2)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35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ETL y desarrollo de apps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74136"/>
            <a:ext cx="5394960" cy="74980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529584"/>
            <a:ext cx="65836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5760" y="352958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381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Datos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reglas de negocio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79392"/>
            <a:ext cx="65836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2793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1879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 Infraestructura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535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y seguridad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873752"/>
            <a:ext cx="5394960" cy="74980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5029200"/>
            <a:ext cx="65836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50292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4937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285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y seguimiento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5779008"/>
            <a:ext cx="65836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65760" y="57790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687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Clave por Área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6035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UAT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1371600"/>
            <a:ext cx="539496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92240" y="1371600"/>
            <a:ext cx="5394960" cy="402336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29400" y="1389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Riesgos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92240" y="1874520"/>
            <a:ext cx="5394960" cy="74980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9" name="Shape 37"/>
          <p:cNvSpPr/>
          <p:nvPr/>
        </p:nvSpPr>
        <p:spPr>
          <a:xfrm>
            <a:off x="6583680" y="2057400"/>
            <a:ext cx="566928" cy="3840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0" y="20574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7223760" y="19385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deficiente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2304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2807208"/>
            <a:ext cx="566928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583680" y="28072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7223760" y="2688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requerimientos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223760" y="3054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MEDIO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3374136"/>
            <a:ext cx="5394960" cy="74980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6583680" y="3557016"/>
            <a:ext cx="566928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0" y="35570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7223760" y="34381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con gran volumen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223760" y="3803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0" y="4306824"/>
            <a:ext cx="566928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83680" y="43068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7223760" y="41879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223760" y="4553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MEDIO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92240" y="4873752"/>
            <a:ext cx="5394960" cy="74980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7" name="Shape 55"/>
          <p:cNvSpPr/>
          <p:nvPr/>
        </p:nvSpPr>
        <p:spPr>
          <a:xfrm>
            <a:off x="6583680" y="5056632"/>
            <a:ext cx="566928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583680" y="505663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7223760" y="49377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disponibilidad de fuentes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223760" y="5303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583680" y="5806440"/>
            <a:ext cx="566928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0" y="5806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700" dirty="0"/>
          </a:p>
        </p:txBody>
      </p:sp>
      <p:sp>
        <p:nvSpPr>
          <p:cNvPr id="63" name="Text 61"/>
          <p:cNvSpPr txBox="1"/>
          <p:nvPr/>
        </p:nvSpPr>
        <p:spPr>
          <a:xfrm>
            <a:off x="7223760" y="56875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insuficientes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223760" y="6053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0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inmediatas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1005840" cy="5303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371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21945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99339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7614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con Stakeholders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401568"/>
            <a:ext cx="118872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1480" y="352044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arranque con áreas de Ventas, Finanzas, Operaciones y TI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1005840" cy="53035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46120" y="1371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1901952"/>
            <a:ext cx="21945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993392"/>
            <a:ext cx="640080" cy="6400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00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27614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Licencias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54680" y="3401568"/>
            <a:ext cx="118872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43200" y="352044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disponibilidad de licencias QlikView Server, Publisher y usuarios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371600"/>
            <a:ext cx="1005840" cy="5303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77840" y="1371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1901952"/>
            <a:ext cx="21945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199339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6072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27614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3401568"/>
            <a:ext cx="118872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74920" y="352044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con usuarios clave para mapear KPIs e indicadores prioritarios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09560" y="1371600"/>
            <a:ext cx="1005840" cy="53035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09560" y="1371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1901952"/>
            <a:ext cx="21945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92440" y="1993392"/>
            <a:ext cx="640080" cy="64008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924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27614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Datos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818120" y="3401568"/>
            <a:ext cx="1188720" cy="365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06640" y="352044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fuentes: esquemas, volumetría, calidad y frecuencia de actualización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41280" y="1371600"/>
            <a:ext cx="1005840" cy="53035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241280" y="1371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646920" y="1901952"/>
            <a:ext cx="21945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424160" y="1993392"/>
            <a:ext cx="640080" cy="64008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42416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9738360" y="27614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Provisionar Entorno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149840" y="3401568"/>
            <a:ext cx="1188720" cy="36576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738360" y="352044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servidor de desarrollo QlikView con especificaciones mínimas requeridas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-457200"/>
            <a:ext cx="6400800" cy="64008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Transformemos los datos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decisiones.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QlikView BI el Proyecto GAM tendrá visibilidad total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sus operaciones, en tiempo real y con datos confiables.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166360"/>
            <a:ext cx="1600200" cy="13258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70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5166360"/>
            <a:ext cx="1600200" cy="13258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6888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5870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5166360"/>
            <a:ext cx="1600200" cy="13258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5870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5166360"/>
            <a:ext cx="1600200" cy="13258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5870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GAM  ·  Septiembre 2026  ·  Confidencial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2026-09-01T22:37:41Z</dcterms:created>
  <dcterms:modified xsi:type="dcterms:W3CDTF">2026-09-01T22:37:41Z</dcterms:modified>
</cp:coreProperties>
</file>